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571" r:id="rId3"/>
    <p:sldId id="572" r:id="rId4"/>
    <p:sldId id="573" r:id="rId5"/>
    <p:sldId id="574" r:id="rId6"/>
    <p:sldId id="575" r:id="rId7"/>
    <p:sldId id="576" r:id="rId8"/>
    <p:sldId id="580" r:id="rId9"/>
    <p:sldId id="577" r:id="rId10"/>
    <p:sldId id="579" r:id="rId11"/>
    <p:sldId id="578" r:id="rId12"/>
    <p:sldId id="570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963E78-D2CF-4074-AEE3-C9BEC2600FB0}" v="53" dt="2025-07-13T11:01:57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dip bisht" userId="d1de56fe4ad9da7c" providerId="LiveId" clId="{C6963E78-D2CF-4074-AEE3-C9BEC2600FB0}"/>
    <pc:docChg chg="undo redo custSel addSld modSld">
      <pc:chgData name="uddip bisht" userId="d1de56fe4ad9da7c" providerId="LiveId" clId="{C6963E78-D2CF-4074-AEE3-C9BEC2600FB0}" dt="2025-07-13T11:02:51.931" v="467" actId="1076"/>
      <pc:docMkLst>
        <pc:docMk/>
      </pc:docMkLst>
      <pc:sldChg chg="addSp delSp modSp mod">
        <pc:chgData name="uddip bisht" userId="d1de56fe4ad9da7c" providerId="LiveId" clId="{C6963E78-D2CF-4074-AEE3-C9BEC2600FB0}" dt="2025-07-13T11:02:51.931" v="467" actId="1076"/>
        <pc:sldMkLst>
          <pc:docMk/>
          <pc:sldMk cId="109857222" sldId="256"/>
        </pc:sldMkLst>
        <pc:spChg chg="mod">
          <ac:chgData name="uddip bisht" userId="d1de56fe4ad9da7c" providerId="LiveId" clId="{C6963E78-D2CF-4074-AEE3-C9BEC2600FB0}" dt="2025-07-11T13:28:42.182" v="450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uddip bisht" userId="d1de56fe4ad9da7c" providerId="LiveId" clId="{C6963E78-D2CF-4074-AEE3-C9BEC2600FB0}" dt="2025-07-11T13:28:42.248" v="451" actId="1076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uddip bisht" userId="d1de56fe4ad9da7c" providerId="LiveId" clId="{C6963E78-D2CF-4074-AEE3-C9BEC2600FB0}" dt="2025-07-13T11:02:51.931" v="467" actId="1076"/>
          <ac:picMkLst>
            <pc:docMk/>
            <pc:sldMk cId="109857222" sldId="256"/>
            <ac:picMk id="5" creationId="{3A891B88-088C-75C7-E892-19FE76CFF14C}"/>
          </ac:picMkLst>
        </pc:picChg>
      </pc:sldChg>
      <pc:sldChg chg="modSp mod">
        <pc:chgData name="uddip bisht" userId="d1de56fe4ad9da7c" providerId="LiveId" clId="{C6963E78-D2CF-4074-AEE3-C9BEC2600FB0}" dt="2025-07-11T11:45:03.407" v="181" actId="20577"/>
        <pc:sldMkLst>
          <pc:docMk/>
          <pc:sldMk cId="2817874764" sldId="571"/>
        </pc:sldMkLst>
        <pc:spChg chg="mod">
          <ac:chgData name="uddip bisht" userId="d1de56fe4ad9da7c" providerId="LiveId" clId="{C6963E78-D2CF-4074-AEE3-C9BEC2600FB0}" dt="2025-07-11T11:45:03.407" v="181" actId="20577"/>
          <ac:spMkLst>
            <pc:docMk/>
            <pc:sldMk cId="2817874764" sldId="571"/>
            <ac:spMk id="3" creationId="{1C04173D-62A9-AF06-B476-EEB827087147}"/>
          </ac:spMkLst>
        </pc:spChg>
      </pc:sldChg>
      <pc:sldChg chg="addSp delSp modSp mod">
        <pc:chgData name="uddip bisht" userId="d1de56fe4ad9da7c" providerId="LiveId" clId="{C6963E78-D2CF-4074-AEE3-C9BEC2600FB0}" dt="2025-07-11T11:47:16.294" v="268" actId="1076"/>
        <pc:sldMkLst>
          <pc:docMk/>
          <pc:sldMk cId="3372914246" sldId="572"/>
        </pc:sldMkLst>
        <pc:spChg chg="add mod">
          <ac:chgData name="uddip bisht" userId="d1de56fe4ad9da7c" providerId="LiveId" clId="{C6963E78-D2CF-4074-AEE3-C9BEC2600FB0}" dt="2025-07-11T11:47:16.294" v="268" actId="1076"/>
          <ac:spMkLst>
            <pc:docMk/>
            <pc:sldMk cId="3372914246" sldId="572"/>
            <ac:spMk id="7" creationId="{993C17C4-1083-6E52-9343-C004DCD2C805}"/>
          </ac:spMkLst>
        </pc:spChg>
      </pc:sldChg>
      <pc:sldChg chg="addSp delSp modSp mod">
        <pc:chgData name="uddip bisht" userId="d1de56fe4ad9da7c" providerId="LiveId" clId="{C6963E78-D2CF-4074-AEE3-C9BEC2600FB0}" dt="2025-07-11T13:28:40.927" v="441" actId="1076"/>
        <pc:sldMkLst>
          <pc:docMk/>
          <pc:sldMk cId="204139634" sldId="573"/>
        </pc:sldMkLst>
        <pc:spChg chg="add mod">
          <ac:chgData name="uddip bisht" userId="d1de56fe4ad9da7c" providerId="LiveId" clId="{C6963E78-D2CF-4074-AEE3-C9BEC2600FB0}" dt="2025-07-11T13:28:40.927" v="441" actId="1076"/>
          <ac:spMkLst>
            <pc:docMk/>
            <pc:sldMk cId="204139634" sldId="573"/>
            <ac:spMk id="5" creationId="{C52FA861-A1F9-5FEE-2127-B2161AA833F7}"/>
          </ac:spMkLst>
        </pc:spChg>
      </pc:sldChg>
      <pc:sldChg chg="addSp delSp modSp mod">
        <pc:chgData name="uddip bisht" userId="d1de56fe4ad9da7c" providerId="LiveId" clId="{C6963E78-D2CF-4074-AEE3-C9BEC2600FB0}" dt="2025-07-11T11:49:08.636" v="286" actId="1076"/>
        <pc:sldMkLst>
          <pc:docMk/>
          <pc:sldMk cId="3501125123" sldId="574"/>
        </pc:sldMkLst>
        <pc:spChg chg="add mod">
          <ac:chgData name="uddip bisht" userId="d1de56fe4ad9da7c" providerId="LiveId" clId="{C6963E78-D2CF-4074-AEE3-C9BEC2600FB0}" dt="2025-07-11T11:49:08.636" v="286" actId="1076"/>
          <ac:spMkLst>
            <pc:docMk/>
            <pc:sldMk cId="3501125123" sldId="574"/>
            <ac:spMk id="5" creationId="{6D873EB1-0FE6-89C6-3D10-E34E6DD10E45}"/>
          </ac:spMkLst>
        </pc:spChg>
      </pc:sldChg>
      <pc:sldChg chg="modSp mod">
        <pc:chgData name="uddip bisht" userId="d1de56fe4ad9da7c" providerId="LiveId" clId="{C6963E78-D2CF-4074-AEE3-C9BEC2600FB0}" dt="2025-07-11T11:50:13.010" v="292" actId="14100"/>
        <pc:sldMkLst>
          <pc:docMk/>
          <pc:sldMk cId="1199084396" sldId="575"/>
        </pc:sldMkLst>
        <pc:spChg chg="mod">
          <ac:chgData name="uddip bisht" userId="d1de56fe4ad9da7c" providerId="LiveId" clId="{C6963E78-D2CF-4074-AEE3-C9BEC2600FB0}" dt="2025-07-11T11:50:13.010" v="292" actId="14100"/>
          <ac:spMkLst>
            <pc:docMk/>
            <pc:sldMk cId="1199084396" sldId="575"/>
            <ac:spMk id="3" creationId="{B5107410-DE3D-5F62-F9D7-11EAEA92F0BB}"/>
          </ac:spMkLst>
        </pc:spChg>
      </pc:sldChg>
      <pc:sldChg chg="addSp delSp modSp mod">
        <pc:chgData name="uddip bisht" userId="d1de56fe4ad9da7c" providerId="LiveId" clId="{C6963E78-D2CF-4074-AEE3-C9BEC2600FB0}" dt="2025-07-11T12:04:55.245" v="358" actId="1076"/>
        <pc:sldMkLst>
          <pc:docMk/>
          <pc:sldMk cId="58742533" sldId="576"/>
        </pc:sldMkLst>
        <pc:spChg chg="add mod">
          <ac:chgData name="uddip bisht" userId="d1de56fe4ad9da7c" providerId="LiveId" clId="{C6963E78-D2CF-4074-AEE3-C9BEC2600FB0}" dt="2025-07-11T11:51:05.203" v="297" actId="5793"/>
          <ac:spMkLst>
            <pc:docMk/>
            <pc:sldMk cId="58742533" sldId="576"/>
            <ac:spMk id="4" creationId="{2694EC05-010C-5093-0499-8E77C97A84A1}"/>
          </ac:spMkLst>
        </pc:spChg>
        <pc:picChg chg="add mod">
          <ac:chgData name="uddip bisht" userId="d1de56fe4ad9da7c" providerId="LiveId" clId="{C6963E78-D2CF-4074-AEE3-C9BEC2600FB0}" dt="2025-07-11T12:04:09.739" v="355" actId="14100"/>
          <ac:picMkLst>
            <pc:docMk/>
            <pc:sldMk cId="58742533" sldId="576"/>
            <ac:picMk id="6" creationId="{79D21891-CF1B-974D-144E-3268DDF6EBC0}"/>
          </ac:picMkLst>
        </pc:picChg>
        <pc:picChg chg="add mod">
          <ac:chgData name="uddip bisht" userId="d1de56fe4ad9da7c" providerId="LiveId" clId="{C6963E78-D2CF-4074-AEE3-C9BEC2600FB0}" dt="2025-07-11T12:04:55.245" v="358" actId="1076"/>
          <ac:picMkLst>
            <pc:docMk/>
            <pc:sldMk cId="58742533" sldId="576"/>
            <ac:picMk id="9" creationId="{B22173C6-0B26-E7DA-7AFE-A50C138DC9B7}"/>
          </ac:picMkLst>
        </pc:picChg>
      </pc:sldChg>
      <pc:sldChg chg="modSp mod">
        <pc:chgData name="uddip bisht" userId="d1de56fe4ad9da7c" providerId="LiveId" clId="{C6963E78-D2CF-4074-AEE3-C9BEC2600FB0}" dt="2025-07-11T11:51:38.101" v="300" actId="14100"/>
        <pc:sldMkLst>
          <pc:docMk/>
          <pc:sldMk cId="2245309600" sldId="577"/>
        </pc:sldMkLst>
        <pc:spChg chg="mod">
          <ac:chgData name="uddip bisht" userId="d1de56fe4ad9da7c" providerId="LiveId" clId="{C6963E78-D2CF-4074-AEE3-C9BEC2600FB0}" dt="2025-07-11T11:51:38.101" v="300" actId="14100"/>
          <ac:spMkLst>
            <pc:docMk/>
            <pc:sldMk cId="2245309600" sldId="577"/>
            <ac:spMk id="3" creationId="{21789DDB-698E-B624-5621-F9D79482FFED}"/>
          </ac:spMkLst>
        </pc:spChg>
      </pc:sldChg>
      <pc:sldChg chg="addSp delSp modSp mod">
        <pc:chgData name="uddip bisht" userId="d1de56fe4ad9da7c" providerId="LiveId" clId="{C6963E78-D2CF-4074-AEE3-C9BEC2600FB0}" dt="2025-07-11T11:56:21.792" v="338"/>
        <pc:sldMkLst>
          <pc:docMk/>
          <pc:sldMk cId="1691700673" sldId="578"/>
        </pc:sldMkLst>
        <pc:spChg chg="add mod">
          <ac:chgData name="uddip bisht" userId="d1de56fe4ad9da7c" providerId="LiveId" clId="{C6963E78-D2CF-4074-AEE3-C9BEC2600FB0}" dt="2025-07-11T11:56:21.792" v="338"/>
          <ac:spMkLst>
            <pc:docMk/>
            <pc:sldMk cId="1691700673" sldId="578"/>
            <ac:spMk id="6" creationId="{228AD253-ECEE-1E7C-3170-42FDC137F056}"/>
          </ac:spMkLst>
        </pc:spChg>
      </pc:sldChg>
      <pc:sldChg chg="addSp delSp modSp mod">
        <pc:chgData name="uddip bisht" userId="d1de56fe4ad9da7c" providerId="LiveId" clId="{C6963E78-D2CF-4074-AEE3-C9BEC2600FB0}" dt="2025-07-11T11:52:21.766" v="312" actId="1076"/>
        <pc:sldMkLst>
          <pc:docMk/>
          <pc:sldMk cId="3744199677" sldId="579"/>
        </pc:sldMkLst>
        <pc:spChg chg="add mod">
          <ac:chgData name="uddip bisht" userId="d1de56fe4ad9da7c" providerId="LiveId" clId="{C6963E78-D2CF-4074-AEE3-C9BEC2600FB0}" dt="2025-07-11T11:52:21.766" v="312" actId="1076"/>
          <ac:spMkLst>
            <pc:docMk/>
            <pc:sldMk cId="3744199677" sldId="579"/>
            <ac:spMk id="4" creationId="{9CF74CCD-D326-728A-8569-69F3B53F2A95}"/>
          </ac:spMkLst>
        </pc:spChg>
      </pc:sldChg>
      <pc:sldChg chg="addSp delSp modSp new mod modClrScheme chgLayout">
        <pc:chgData name="uddip bisht" userId="d1de56fe4ad9da7c" providerId="LiveId" clId="{C6963E78-D2CF-4074-AEE3-C9BEC2600FB0}" dt="2025-07-11T12:02:59.352" v="352" actId="14100"/>
        <pc:sldMkLst>
          <pc:docMk/>
          <pc:sldMk cId="2087687065" sldId="580"/>
        </pc:sldMkLst>
        <pc:picChg chg="add mod">
          <ac:chgData name="uddip bisht" userId="d1de56fe4ad9da7c" providerId="LiveId" clId="{C6963E78-D2CF-4074-AEE3-C9BEC2600FB0}" dt="2025-07-11T12:02:59.352" v="352" actId="14100"/>
          <ac:picMkLst>
            <pc:docMk/>
            <pc:sldMk cId="2087687065" sldId="580"/>
            <ac:picMk id="5" creationId="{77C25F20-4F82-4ABF-3A70-618725F66B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DD2B9-AAE5-4C82-BDC1-41C52A0A2E67}" type="datetimeFigureOut">
              <a:rPr lang="en-IN" smtClean="0"/>
              <a:t>13-07-2025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72C30-58CB-43BF-BE09-8DCBEF37B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7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72C30-58CB-43BF-BE09-8DCBEF37BF4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715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72C30-58CB-43BF-BE09-8DCBEF37BF4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9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" y="155429"/>
            <a:ext cx="4779664" cy="25104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kern="1200" dirty="0">
                <a:latin typeface="+mj-lt"/>
                <a:ea typeface="+mj-ea"/>
                <a:cs typeface="+mj-cs"/>
              </a:rPr>
              <a:t>CAPSTONE PROJECT</a:t>
            </a:r>
            <a:br>
              <a:rPr lang="en-US" sz="2000" b="1" kern="1200" dirty="0">
                <a:latin typeface="+mj-lt"/>
                <a:ea typeface="+mj-ea"/>
                <a:cs typeface="+mj-cs"/>
              </a:rPr>
            </a:br>
            <a:br>
              <a:rPr lang="en-US" sz="5100" b="1" dirty="0"/>
            </a:br>
            <a:r>
              <a:rPr lang="en-US" sz="1800" b="1" cap="all" dirty="0" err="1">
                <a:latin typeface="Aptos"/>
              </a:rPr>
              <a:t>PROJECT</a:t>
            </a:r>
            <a:r>
              <a:rPr lang="en-US" sz="1800" b="1" cap="all" dirty="0">
                <a:latin typeface="Aptos"/>
              </a:rPr>
              <a:t> TITLE:-</a:t>
            </a:r>
            <a:br>
              <a:rPr lang="en-US" sz="1800" b="1" cap="all" dirty="0">
                <a:latin typeface="Aptos"/>
              </a:rPr>
            </a:br>
            <a:r>
              <a:rPr lang="en-US" sz="1800" b="1" dirty="0"/>
              <a:t>AI-Based Olympic Medal Count Prediction System</a:t>
            </a:r>
            <a:endParaRPr lang="en-US" sz="18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379" y="2690835"/>
            <a:ext cx="5379274" cy="300264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Name:- UDDIP BISHT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Name:- P</a:t>
            </a:r>
            <a:r>
              <a:rPr lang="en-US" sz="1600" b="1" dirty="0"/>
              <a:t>anipat Institute  of</a:t>
            </a:r>
          </a:p>
          <a:p>
            <a:pPr algn="l">
              <a:spcAft>
                <a:spcPts val="600"/>
              </a:spcAft>
            </a:pPr>
            <a:r>
              <a:rPr lang="en-US" sz="1600" b="1" dirty="0"/>
              <a:t>                          </a:t>
            </a:r>
            <a:r>
              <a:rPr lang="en-US" sz="1600" b="1" dirty="0" err="1"/>
              <a:t>Enginnering</a:t>
            </a:r>
            <a:r>
              <a:rPr lang="en-US" sz="1600" b="1" dirty="0"/>
              <a:t> &amp; Technology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Department:- </a:t>
            </a:r>
            <a:r>
              <a:rPr lang="en-US" sz="1600" b="1" cap="all" dirty="0" err="1"/>
              <a:t>B.Tech</a:t>
            </a:r>
            <a:r>
              <a:rPr lang="en-US" sz="1600" b="1" cap="all" dirty="0"/>
              <a:t> (</a:t>
            </a:r>
            <a:r>
              <a:rPr lang="en-US" sz="1600" b="1" cap="all" dirty="0" err="1"/>
              <a:t>CsE</a:t>
            </a:r>
            <a:r>
              <a:rPr lang="en-US" sz="1600" b="1" cap="all" dirty="0"/>
              <a:t>)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ID:- </a:t>
            </a:r>
            <a:r>
              <a:rPr lang="en-US" sz="1800" b="1" dirty="0"/>
              <a:t>uddipbisht2004@gmail.com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AICTE Student ID:- </a:t>
            </a:r>
            <a:r>
              <a:rPr lang="en-IN" sz="1800" b="1" dirty="0"/>
              <a:t>STU668e4423c86ed1720599587</a:t>
            </a:r>
            <a:endParaRPr lang="en-US" sz="1800" b="1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91B88-088C-75C7-E892-19FE76CFF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579" y="664092"/>
            <a:ext cx="4593672" cy="531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OUTLINE</a:t>
            </a:r>
            <a:endParaRPr lang="en-US" sz="54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Problem Statement</a:t>
            </a:r>
            <a:endParaRPr lang="en-US" sz="54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93C17C4-1083-6E52-9343-C004DCD2C8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7294" y="2055813"/>
            <a:ext cx="111756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Olympic Games witness participation from countries across the world, aiming to secure medals in various sports.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Predicting medal outcomes can help in resource allocation, training focus, and performance benchmarking.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addresses the challenge of building a machine learning model to predict the number of medals a country may win based on historical Olympic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objective is to use available athlete and event-level data to generate country-level medal count predictions.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Proposed Solution</a:t>
            </a:r>
            <a:endParaRPr lang="en-US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2FA861-A1F9-5FEE-2127-B2161AA83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2851" y="2274838"/>
            <a:ext cx="107632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supervised machine learning model is proposed for medal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utilizes features such as country (NOC), athlete statistics, and number of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 of athlete-level data to team (country) level helps create the training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involves preprocessing data, training a regression model, and validating results with real data.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System  Approach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D873EB1-0FE6-89C6-3D10-E34E6DD10E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8533" y="2133043"/>
            <a:ext cx="768773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Stack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Pandas, NumPy, scikit-learn, matplotlib, 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IDE/Platform: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teams.csv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cleaned athlete dataset from Olympic Games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Algorithm &amp; Deployment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934" y="1990639"/>
            <a:ext cx="9245599" cy="27974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b="1" dirty="0"/>
              <a:t>Algorithm Used:</a:t>
            </a:r>
            <a:endParaRPr lang="en-US" sz="1600" dirty="0"/>
          </a:p>
          <a:p>
            <a:r>
              <a:rPr lang="en-US" sz="1600" dirty="0"/>
              <a:t>Linear Regression Model (or similar regression-based ML model)</a:t>
            </a:r>
          </a:p>
          <a:p>
            <a:r>
              <a:rPr lang="en-US" sz="1600" dirty="0"/>
              <a:t>Grouping by country (NOC) and year</a:t>
            </a:r>
          </a:p>
          <a:p>
            <a:r>
              <a:rPr lang="en-US" sz="1600" dirty="0"/>
              <a:t>Feature engineering: calculating average age, height, weight, number of events, etc.</a:t>
            </a:r>
          </a:p>
          <a:p>
            <a:r>
              <a:rPr lang="en-US" sz="1600" b="1" dirty="0"/>
              <a:t>Deployment:</a:t>
            </a:r>
            <a:endParaRPr lang="en-US" sz="1600" dirty="0"/>
          </a:p>
          <a:p>
            <a:r>
              <a:rPr lang="en-US" sz="1600" dirty="0"/>
              <a:t>The model was trained and evaluated within the notebook.</a:t>
            </a:r>
          </a:p>
          <a:p>
            <a:r>
              <a:rPr lang="en-US" sz="1600" dirty="0"/>
              <a:t>Can be deployed via a web interface or integrated into sports analytics platforms in the future.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Result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94EC05-010C-5093-0499-8E77C97A8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7634"/>
            <a:ext cx="75522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successfully predicts medal counts with decent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result is visualized as shown below: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21891-CF1B-974D-144E-3268DDF6E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" y="3070441"/>
            <a:ext cx="5050277" cy="3063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173C6-0B26-E7DA-7AFE-A50C138DC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349" y="3070441"/>
            <a:ext cx="3847456" cy="308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25F20-4F82-4ABF-3A70-618725F66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13" y="207034"/>
            <a:ext cx="6771735" cy="646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87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Conclusion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26978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The project demonstrates that historical athlete and event data can be used effectively to predict national Olympic performance.</a:t>
            </a:r>
          </a:p>
          <a:p>
            <a:r>
              <a:rPr lang="en-US" sz="2400" dirty="0"/>
              <a:t>It provides a framework for federations to analyze and optimize their sports strategies.</a:t>
            </a:r>
          </a:p>
          <a:p>
            <a:r>
              <a:rPr lang="en-US" sz="2400" dirty="0"/>
              <a:t>Further tuning and more sophisticated models (e.g., ensemble methods) may improve accuracy.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Future scope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F74CCD-D326-728A-8569-69F3B53F2A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7534" y="2213899"/>
            <a:ext cx="99991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deep learning models and neural networks for complex pattern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real-time performance data (e.g., athlete rankings, recent wins) to improve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Extension to individual athlete-level medal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as a dashboard or app for sports analysts and federations.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cap="all">
                <a:latin typeface="Arial"/>
                <a:cs typeface="Arial"/>
              </a:rPr>
              <a:t>References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8AD253-ECEE-1E7C-3170-42FDC137F0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9340"/>
            <a:ext cx="9245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Olympic History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(pandas, scikit-learn documentation)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IOC Official Website for historical data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GitHub Link: https://github.com/uddipbisht/AI-ML-1-Project.git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B4E14-CB16-A18D-91E1-78787A45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90035-F7DF-B222-A678-18C907CDC7DD}"/>
              </a:ext>
            </a:extLst>
          </p:cNvPr>
          <p:cNvSpPr txBox="1"/>
          <p:nvPr/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9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3398</TotalTime>
  <Words>493</Words>
  <Application>Microsoft Office PowerPoint</Application>
  <PresentationFormat>Widescreen</PresentationFormat>
  <Paragraphs>80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Arial Unicode MS</vt:lpstr>
      <vt:lpstr>Calibri</vt:lpstr>
      <vt:lpstr>office theme</vt:lpstr>
      <vt:lpstr>CAPSTONE PROJECT  PROJECT TITLE:- AI-Based Olympic Medal Count Prediction System 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PowerPoint Presentation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karthiga</dc:creator>
  <cp:lastModifiedBy>uddip bisht</cp:lastModifiedBy>
  <cp:revision>12</cp:revision>
  <dcterms:created xsi:type="dcterms:W3CDTF">2013-07-15T20:26:40Z</dcterms:created>
  <dcterms:modified xsi:type="dcterms:W3CDTF">2025-07-13T11:02:57Z</dcterms:modified>
</cp:coreProperties>
</file>